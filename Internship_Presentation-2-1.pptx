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2A1B5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7C3AED">
              <a:alpha val="45000"/>
            </a:srgbClr>
          </a:solidFill>
          <a:ln/>
        </p:spPr>
      </p:sp>
      <p:pic>
        <p:nvPicPr>
          <p:cNvPr id="4" name="Image 0" descr="/home/claude/ppt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514600" cy="7379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Generative AI: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Concepts, Tools &amp; Applications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78638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8646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0" y="48646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0" y="5212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25SCS1003004969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5559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0" y="55595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3rd Semester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9070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00400" y="59070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  (Generative AI Internship)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0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Prodigy InfoTech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38100" dir="5400000">
              <a:srgbClr val="9B95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62179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 is a technology-focused organization registered under India's Micro, Small &amp; Medium Enterprises (MSME) scheme, offering short-term, project-based internships to students across emerging domains such as Generative AI, Web Development, Data Science, and Android Development.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program is designed to give learners hands-on, real-world exposure through guided project work, rather than classroom-style instruction.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2A1B5E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18470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1812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Duration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35240" y="315468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2A1B5E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32644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181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of Internship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457200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2A1B5E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46817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18120" y="5257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of Internship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  |  Prodigy InfoTech Internship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Generative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strong conceptual foundation in generative models, large language models (LLMs), and how they differ from traditional discriminative AI systems.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947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LLM APIs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experience using APIs such as OpenAI and open-source models to generate text, code, and structured content.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79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techniques for designing effective prompts to control the tone, accuracy, and format of AI-generated output.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976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279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Applications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892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concepts to a working mini-project that demonstrates a practical use case of generative AI.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  |  Prodigy InfoTech Internship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A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scripting and integration.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A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9933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chat completion for generative tasks.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A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9933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1248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chaining LLM calls and building pipelines.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A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422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open-source transformer models.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A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41422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5120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and experimentation.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A1B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1422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12480" y="5120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project submission.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  |  Prodigy InfoTech Internship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UNDERTAKEN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Week-by-Week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51660" y="2834640"/>
            <a:ext cx="8458200" cy="0"/>
          </a:xfrm>
          <a:prstGeom prst="line">
            <a:avLst/>
          </a:prstGeom>
          <a:noFill/>
          <a:ln w="38100">
            <a:solidFill>
              <a:srgbClr val="D8D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2697480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4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&amp; Fundamentals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Generative AI, LLM architecture basics, and setting up the development environment.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33900" y="2697480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810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68040" y="32004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0920" y="3383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4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50920" y="4069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prompt design patterns; explored zero-shot, few-shot, and chain-of-thought prompting.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53300" y="2697480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50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7440" y="32004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0320" y="3383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4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&amp; RAG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70320" y="4069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LLM APIs into small Python applications; explored retrieval-augmented generation concepts.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172700" y="2697480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690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32004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3383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4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Wrap-up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89720" y="40690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the final mini-project, prepared documentation, and presented outcomes to the mentor.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  |  Prodigy InfoTech Internship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0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Mini-Project: AI-Powered Content Assistant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83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38100" dir="5400000">
              <a:srgbClr val="9B95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application that uses an LLM API to generate summaries, draft content, and answer questions from user-supplied text. The tool demonstrates a practical, end-to-end generative AI workflow — from prompt design to output formatting.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 from long-form input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question answering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tone and output length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command-line interface for demos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1783080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2A1B5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23774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reviewed and approved by the internship mentor, demonstrating a working understanding of prompt design, API integration, and responsible use of AI-generated content.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4069080"/>
            <a:ext cx="356616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Outstanding Remarks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09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noted on the Certificate of Completion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  |  Prodigy InfoTech Internship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&amp; Professional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LLM usage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scripting for AI workflows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and testing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of retrieval-augmented generation (RAG)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Skills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learning and research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and documenting project work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within a fixed deadline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technical outcomes clearly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463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0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internship strengthened both my applied AI skill set and my ability to work independently on a structured, time-bound technical project.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  |  Prodigy InfoTech Internship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0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They Were Resolved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38528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2A1B5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AI outputs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93852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prompts iteratively and added clearer formatting instructions to improve output consistency.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401568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2A1B5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015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API rate limits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340156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API documentation and added basic request handling to work within usage limits.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864608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2A1B5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646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prior exposure to LLMs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3400" y="486460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structured tutorials and documentation alongside hands-on experimentation to build fluency quickly.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  |  Prodigy InfoTech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0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AFA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most powerful when guided by clear, well-structured prompts.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experimentation builds intuition faster than theory alone.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of AI output requires review, not blind trust.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well-scoped projects are the fastest way to learn a new domain.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73736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2A1B5E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33172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one-month Generative AI internship at Prodigy InfoTech provided a focused, hands-on introduction to one of the fastest-growing areas in technology today. Working on a real project, from prompt design to a functioning tool, helped translate theoretical understanding into practical skill.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425196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experience has laid a strong foundation for further exploration of AI and machine learning in future academic and professional pursuits.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  |  Prodigy InfoTech Internship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A1B5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7C3AE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66360" y="4114800"/>
            <a:ext cx="18288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3434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Tripathi   |   25SCS1003004969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3rd Semester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9834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Intern, Prodigy InfoTech  •  15th July 2026 – 15th August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2026-08-25T08:27:24Z</dcterms:created>
  <dcterms:modified xsi:type="dcterms:W3CDTF">2026-08-25T08:27:24Z</dcterms:modified>
</cp:coreProperties>
</file>